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2" r:id="rId4"/>
    <p:sldId id="263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4" d="100"/>
          <a:sy n="154" d="100"/>
        </p:scale>
        <p:origin x="53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77E4DC-0714-4FD2-BC16-0DE9C2DAE9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44BFB2D-3F09-41FA-B53A-586A5BB511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D9A3066-A5C4-4833-A616-F08EA2C5E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5F286-0924-4CD9-9626-31516E0F8DBD}" type="datetimeFigureOut">
              <a:rPr lang="ru-RU" smtClean="0"/>
              <a:t>14.10.2025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3482595-6908-4686-894A-C0779EECD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84859E8-6C0F-4543-AE65-33AF81534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987C1-3E87-4D3C-87A2-AAD8341713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1404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20C06F-6E38-4B3F-9435-2BA29947C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9C9D008-7370-4C2B-8E28-FA60708EBC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2C417E5-6F17-42F8-AB7F-74B47B5FF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5F286-0924-4CD9-9626-31516E0F8DBD}" type="datetimeFigureOut">
              <a:rPr lang="ru-RU" smtClean="0"/>
              <a:t>14.10.2025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81220E6-0A75-4860-9BCF-E20523A17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1ED7DF3-91D7-437A-A472-BC298FCF7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987C1-3E87-4D3C-87A2-AAD8341713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6194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A68D37-C2F9-43D5-AB93-8C1817F2B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7CB85F9-AF76-4850-A7E9-782E507CA0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B322A75-A00A-4CE0-9345-7088632E1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5F286-0924-4CD9-9626-31516E0F8DBD}" type="datetimeFigureOut">
              <a:rPr lang="ru-RU" smtClean="0"/>
              <a:t>14.10.2025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FFAA861-8034-4383-A1B1-6E0A0C116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AAC87C4-B780-4B42-A8B7-1A639BD0A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987C1-3E87-4D3C-87A2-AAD8341713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6048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B3EE3B-D93F-4DF5-9ED2-A744D8B52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E3AA153-A737-40B9-B0B9-CA1536B97A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95DEDBE-1932-41AA-AA56-2FA901E007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CD95A7C-106A-476B-B5C8-92720293C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5F286-0924-4CD9-9626-31516E0F8DBD}" type="datetimeFigureOut">
              <a:rPr lang="ru-RU" smtClean="0"/>
              <a:t>14.10.2025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99696FC-48B0-4920-ABFB-97E46082C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CA41580-BB2C-4956-8815-D4699EDBD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987C1-3E87-4D3C-87A2-AAD8341713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9714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4A433E-DA50-4899-A15C-B08378F45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9890125-7AB6-4095-A2E3-F6A0A560ED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34ED50F-5168-470F-926F-A8DD3D6CA7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5615841-0A01-4B3B-9254-BED3123DE0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363FE8F-6CE3-4CBB-A03C-1363B3C020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7756D57-76F3-4832-BC2A-CB3D8CCB3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5F286-0924-4CD9-9626-31516E0F8DBD}" type="datetimeFigureOut">
              <a:rPr lang="ru-RU" smtClean="0"/>
              <a:t>14.10.2025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5F34AE4-72B5-4E57-9074-0FB75C8C6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9E9226D-31F3-4D28-8138-F64599C01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987C1-3E87-4D3C-87A2-AAD8341713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1129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71DE4B-857D-447E-B8E9-E488757B9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CFA24C2-7D1C-4EA0-AECD-550335DEB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5F286-0924-4CD9-9626-31516E0F8DBD}" type="datetimeFigureOut">
              <a:rPr lang="ru-RU" smtClean="0"/>
              <a:t>14.10.2025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897ED16-05F8-4C97-BABE-8A3D59D0D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84E47A-52E3-4C56-B7CD-B5E389AA2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987C1-3E87-4D3C-87A2-AAD8341713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4252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5E253B0-4D41-4ED4-ABA8-B880733B0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5F286-0924-4CD9-9626-31516E0F8DBD}" type="datetimeFigureOut">
              <a:rPr lang="ru-RU" smtClean="0"/>
              <a:t>14.10.2025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91ACCCE-EEDF-4B90-934E-2BF4891C3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F3D2957-85F2-4458-B2E5-23F38B9AD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987C1-3E87-4D3C-87A2-AAD8341713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663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96BBC4-E37A-49F5-A37F-8AE36E4A5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EB0557E-377B-439E-A852-2D5F0A2B58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885C954-4CB0-4BF8-91ED-2CDDAAD3C7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CEE35FE-ACD2-4509-BEDB-7107A5E1A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5F286-0924-4CD9-9626-31516E0F8DBD}" type="datetimeFigureOut">
              <a:rPr lang="ru-RU" smtClean="0"/>
              <a:t>14.10.2025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72ADE18-01A6-4EC5-84D7-A0AD7115A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2E601C1-B30B-41E4-A125-139417A90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987C1-3E87-4D3C-87A2-AAD8341713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24087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0394B1-317F-499F-83A8-A614B7B2A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7D36783-52BF-4FA7-B1B5-7D18BD4740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04B8BDD-DB7D-49F3-8319-F3759B10D9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78DE56E-233D-4D4D-BF06-4A01EACB1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5F286-0924-4CD9-9626-31516E0F8DBD}" type="datetimeFigureOut">
              <a:rPr lang="ru-RU" smtClean="0"/>
              <a:t>14.10.2025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3492DBF-8821-43CD-9B3A-31E29781C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0970F43-B435-4119-8E39-628957026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987C1-3E87-4D3C-87A2-AAD8341713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900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A96881-E333-4AAB-B845-66FDEE930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90C9025-1C1E-4E86-A601-3C419C6ED5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ED7D2BD-F5C8-40AD-BB3A-88A8E82C2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5F286-0924-4CD9-9626-31516E0F8DBD}" type="datetimeFigureOut">
              <a:rPr lang="ru-RU" smtClean="0"/>
              <a:t>14.10.2025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12C8E61-B4C9-45B0-824E-EBB5A9F9D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FE35D49-9392-4270-BD10-7E92557BE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987C1-3E87-4D3C-87A2-AAD8341713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9801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B248503-9231-49EF-AA61-B111D51A9E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0D45061-6257-4D7E-A007-FDEB20C51D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0B7CC16-B578-49FD-8FA2-F13B78FB3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5F286-0924-4CD9-9626-31516E0F8DBD}" type="datetimeFigureOut">
              <a:rPr lang="ru-RU" smtClean="0"/>
              <a:t>14.10.2025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2818350-4295-4E57-9640-96CB42134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38ABFB6-0D8C-47D2-A7C5-134518E0F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987C1-3E87-4D3C-87A2-AAD8341713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957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C5E9CE-051A-40CC-81EF-430E79FA7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86D2E19-969C-48EC-89CF-05C85317B7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4F13CE1-AB63-46B6-A4FE-2218097F93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E5F286-0924-4CD9-9626-31516E0F8DBD}" type="datetimeFigureOut">
              <a:rPr lang="ru-RU" smtClean="0"/>
              <a:t>14.10.2025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11FE686-6495-401C-9D34-1EAD3A2BC1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D558082-4C00-4F4B-AF98-FF12FD1B6F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9987C1-3E87-4D3C-87A2-AAD8341713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8916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michael-mints.ru/galleries/photos-misc/kompiuter-hp3000-do-sikh-por-rabotaet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hyperlink" Target="1%20&#1051;&#1072;&#1073;&#1086;&#1088;&#1072;&#1090;&#1086;&#1088;&#1085;&#1072;&#1103;%20&#1088;&#1072;&#1073;&#1086;&#1090;&#1072;.pptx#2. &#1054;&#1089;&#1085;&#1086;&#1074;&#1085;&#1099;&#1077; &#1072;&#1087;&#1087;&#1072;&#1088;&#1072;&#1090;&#1085;&#1099;&#1077; &#1089;&#1086;&#1089;&#1090;&#1072;&#1074;&#1083;&#1103;&#1102;&#1097;&#1080;&#1077; &#1055;&#1050;" TargetMode="External"/><Relationship Id="rId4" Type="http://schemas.openxmlformats.org/officeDocument/2006/relationships/hyperlink" Target="https://creativecommons.org/licenses/by-nc-sa/3.0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hyperlink" Target="1%20&#1051;&#1072;&#1073;&#1086;&#1088;&#1072;&#1090;&#1086;&#1088;&#1085;&#1072;&#1103;%20&#1088;&#1072;&#1073;&#1086;&#1090;&#1072;.pptx#4. &#1052;&#1072;&#1090;&#1077;&#1088;&#1080;&#1085;&#1089;&#1082;&#1072;&#1103; &#1087;&#1083;&#1072;&#1090;&#1072;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pixnio.com/ru/%D0%BE%D0%B1%D1%8A%D0%B5%D0%BA%D1%82%D1%8B/%D1%8D%D0%BB%D0%B5%D0%BA%D1%82%D1%80%D0%BE%D0%BD%D0%BD%D1%8B%D0%B5-%D1%83%D1%81%D1%82%D1%80%D0%BE%D0%B9%D1%81%D1%82%D0%B2%D0%B0/%D0%BA%D0%BE%D0%BC%D0%BF%D1%8C%D1%8E%D1%82%D0%B5%D1%80%D0%BD%D1%8B%D0%B5-%D0%BA%D0%BE%D0%BC%D0%BF%D0%BE%D0%BD%D0%B5%D0%BD%D1%82%D1%8B/%D0%BA%D0%BE%D0%BC%D0%BF%D0%BE%D0%BD%D0%B5%D0%BD%D1%82-%D1%86%D0%B5%D0%BF%D0%B8-%D0%BC%D0%B0%D1%82%D0%B5%D1%80%D0%B8%D0%BD%D1%81%D0%BA%D0%B0%D1%8F-%D0%BF%D0%BB%D0%B0%D1%82%D0%B0-%D0%BF%D0%BE%D0%BB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hyperlink" Target="1%20&#1051;&#1072;&#1073;&#1086;&#1088;&#1072;&#1090;&#1086;&#1088;&#1085;&#1072;&#1103;%20&#1088;&#1072;&#1073;&#1086;&#1090;&#1072;.pptx#5. &#1055;&#1088;&#1086;&#1094;&#1077;&#1089;&#1089;&#1086;&#1088;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ru.wikipedia.org/wiki/Broadway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hyperlink" Target="1%20&#1051;&#1072;&#1073;&#1086;&#1088;&#1072;&#1090;&#1086;&#1088;&#1085;&#1072;&#1103;%20&#1088;&#1072;&#1073;&#1086;&#1090;&#1072;.pptx#6. &#1054;&#1087;&#1077;&#1088;&#1072;&#1090;&#1080;&#1074;&#1085;&#1072;&#1103; &#1087;&#1072;&#1084;&#1103;&#1090;&#1100;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pxhere.com/th/photo/870356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7135DA8-2326-4041-B730-182FED3A16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171700" y="1052360"/>
            <a:ext cx="8152987" cy="546273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6B37C2F-7E86-4E0A-9A5D-44A70D0B1B52}"/>
              </a:ext>
            </a:extLst>
          </p:cNvPr>
          <p:cNvSpPr txBox="1"/>
          <p:nvPr/>
        </p:nvSpPr>
        <p:spPr>
          <a:xfrm>
            <a:off x="978312" y="6858000"/>
            <a:ext cx="1023537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900">
                <a:hlinkClick r:id="rId3" tooltip="https://michael-mints.ru/galleries/photos-misc/kompiuter-hp3000-do-sikh-por-rabotaet/"/>
              </a:rPr>
              <a:t>Это изображение</a:t>
            </a:r>
            <a:r>
              <a:rPr lang="ru-RU" sz="900"/>
              <a:t>, автор: Неизвестный автор, лицензия: </a:t>
            </a:r>
            <a:r>
              <a:rPr lang="ru-RU" sz="900">
                <a:hlinkClick r:id="rId4" tooltip="https://creativecommons.org/licenses/by-nc-sa/3.0/"/>
              </a:rPr>
              <a:t>CC BY-SA-NC</a:t>
            </a:r>
            <a:endParaRPr lang="ru-RU" sz="9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47DBC2-4E03-4548-8F14-7E3C5A061E7E}"/>
              </a:ext>
            </a:extLst>
          </p:cNvPr>
          <p:cNvSpPr txBox="1"/>
          <p:nvPr/>
        </p:nvSpPr>
        <p:spPr>
          <a:xfrm>
            <a:off x="843379" y="266330"/>
            <a:ext cx="1012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hlinkClick r:id="rId5" action="ppaction://hlinkpres?slideindex=2&amp;slidetitle=Основные аппаратные составляющие ПК"/>
              </a:rPr>
              <a:t>Назад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17155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BE14123-003F-4DF0-BEFF-DAC065E95C46}"/>
              </a:ext>
            </a:extLst>
          </p:cNvPr>
          <p:cNvSpPr txBox="1"/>
          <p:nvPr/>
        </p:nvSpPr>
        <p:spPr>
          <a:xfrm>
            <a:off x="843379" y="266330"/>
            <a:ext cx="1012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hlinkClick r:id="rId2" action="ppaction://hlinkpres?slideindex=4&amp;slidetitle=Материнская плата"/>
              </a:rPr>
              <a:t>Назад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3AD66EB-0D74-40BA-B716-63CCC76169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2612571" y="1875972"/>
            <a:ext cx="6481665" cy="4321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778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8F476B3-7137-40D3-A41C-E623D61A2951}"/>
              </a:ext>
            </a:extLst>
          </p:cNvPr>
          <p:cNvSpPr txBox="1"/>
          <p:nvPr/>
        </p:nvSpPr>
        <p:spPr>
          <a:xfrm>
            <a:off x="843379" y="266330"/>
            <a:ext cx="1012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hlinkClick r:id="rId2" action="ppaction://hlinkpres?slideindex=5&amp;slidetitle=Процессор"/>
              </a:rPr>
              <a:t>Назад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8099037-AB9D-46F4-A2B2-2692591B64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 flipV="1">
            <a:off x="3255606" y="1398813"/>
            <a:ext cx="4426615" cy="4426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779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73F24EB-C698-4E6F-A31C-76E4FF077AF6}"/>
              </a:ext>
            </a:extLst>
          </p:cNvPr>
          <p:cNvSpPr txBox="1"/>
          <p:nvPr/>
        </p:nvSpPr>
        <p:spPr>
          <a:xfrm>
            <a:off x="843379" y="266330"/>
            <a:ext cx="1012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hlinkClick r:id="rId2" action="ppaction://hlinkpres?slideindex=6&amp;slidetitle=Оперативная память"/>
              </a:rPr>
              <a:t>Назад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D52A2E5-1555-4E79-87A2-476528FBE2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2065175" y="1244080"/>
            <a:ext cx="7277878" cy="5458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65046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16</Words>
  <Application>Microsoft Office PowerPoint</Application>
  <PresentationFormat>Широкоэкранный</PresentationFormat>
  <Paragraphs>5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z252909093111-16</dc:creator>
  <cp:lastModifiedBy>z252909093111-16</cp:lastModifiedBy>
  <cp:revision>4</cp:revision>
  <dcterms:created xsi:type="dcterms:W3CDTF">2025-10-13T14:55:18Z</dcterms:created>
  <dcterms:modified xsi:type="dcterms:W3CDTF">2025-10-14T08:00:38Z</dcterms:modified>
</cp:coreProperties>
</file>